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701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D7D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 showGuides="1">
      <p:cViewPr varScale="1">
        <p:scale>
          <a:sx n="104" d="100"/>
          <a:sy n="104" d="100"/>
        </p:scale>
        <p:origin x="732" y="96"/>
      </p:cViewPr>
      <p:guideLst>
        <p:guide orient="horz" pos="2160"/>
        <p:guide pos="701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B85721-A8B9-0A8C-DDB7-9C353DF94E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69EF6FB-A414-B62F-AFAD-9407368D3B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581839E-D4DB-1C5C-2365-B73FB02768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94311E-640B-4BA6-A935-767D124CD6E6}" type="datetimeFigureOut">
              <a:rPr lang="es-ES" smtClean="0"/>
              <a:t>13/01/2026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68F4E8B-7C1D-77A1-902C-B1357A4521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BF4EE17-113E-4759-3CC2-C8CD056E64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7A79E0-9314-40D0-8E28-3D378CB777E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629352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22EE2B-2B14-5043-5B37-124657E57C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AEE88A3-4FE7-3E01-D9EC-0CABDF98A7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FD7086A-3FF5-4172-CC51-498EC4E894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94311E-640B-4BA6-A935-767D124CD6E6}" type="datetimeFigureOut">
              <a:rPr lang="es-ES" smtClean="0"/>
              <a:t>13/01/2026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93C5354-7825-3D95-FA14-3309030E92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4CDFCBE-B2C0-77EC-87E3-0C29C0EAC4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7A79E0-9314-40D0-8E28-3D378CB777E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279379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A1FC0B-535E-5B76-C528-CFF0B8E32D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C946CD3-9104-1E1C-CA3C-80AD43BB42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F987D8A-8281-FF48-2B1C-E51D19CE05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94311E-640B-4BA6-A935-767D124CD6E6}" type="datetimeFigureOut">
              <a:rPr lang="es-ES" smtClean="0"/>
              <a:t>13/01/2026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10A2CB1-07F2-9DBB-3143-CCACBB665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33224C9-903F-45CC-873E-45531D51EF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7A79E0-9314-40D0-8E28-3D378CB777E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409333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9BFB08-5B67-A0C3-567C-D8425FEA1D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CEA871F-D6C2-215B-1DD3-BA18837AC4E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70CD1FE-A089-9E0D-0698-78BB598A53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8538163-B7AE-E616-FEE0-67C5C1AC9A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94311E-640B-4BA6-A935-767D124CD6E6}" type="datetimeFigureOut">
              <a:rPr lang="es-ES" smtClean="0"/>
              <a:t>13/01/2026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724A67E-2F84-85B4-DE53-5D44C7CF74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2ADCCFF-9533-AC24-9CF4-C97FCA5B63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7A79E0-9314-40D0-8E28-3D378CB777E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042291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909A67-D1CF-3FCD-D811-A3B75C2017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6978CC6-F18C-B3CB-6FEF-4060E7D932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A439E6E-9257-1BA8-ED76-C79AAA68D8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96F2348D-5FF7-C3D9-BA65-9192FA5CAAD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D48A623A-09C6-D2FB-9AA3-9801B4D300E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4C39AB3F-2353-90D8-512E-25296178C4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94311E-640B-4BA6-A935-767D124CD6E6}" type="datetimeFigureOut">
              <a:rPr lang="es-ES" smtClean="0"/>
              <a:t>13/01/2026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58ED47CF-1331-2766-5148-22D3F816B6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D89E40F3-8E0F-4F82-33D4-F1B102B21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7A79E0-9314-40D0-8E28-3D378CB777E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9822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5947601-EF77-B01C-824B-503BF69D77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3C4F5083-9BB6-0DE6-E37F-EC8BCC3191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94311E-640B-4BA6-A935-767D124CD6E6}" type="datetimeFigureOut">
              <a:rPr lang="es-ES" smtClean="0"/>
              <a:t>13/01/2026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1964714-7C88-A1CC-B425-65D61E4C44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D6D273F0-D520-B09E-AFB1-C0AF3E6C32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7A79E0-9314-40D0-8E28-3D378CB777E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80248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A5498301-B193-DC26-05E8-123B10B6BF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94311E-640B-4BA6-A935-767D124CD6E6}" type="datetimeFigureOut">
              <a:rPr lang="es-ES" smtClean="0"/>
              <a:t>13/01/2026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A84045DF-0D51-F43C-CD70-F0B1FB429F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A679ED1-51BD-EBDB-32D1-30224D0599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7A79E0-9314-40D0-8E28-3D378CB777E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738437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7539802-0B46-484C-72F9-0F6887F3C6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D6F99A9-A3DB-C9DF-06EE-32B7281D46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4DA14B5-2BB3-A5C8-6CCF-CCA041FAC6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AE80A83-A63D-A9B7-383F-D20FA581BF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94311E-640B-4BA6-A935-767D124CD6E6}" type="datetimeFigureOut">
              <a:rPr lang="es-ES" smtClean="0"/>
              <a:t>13/01/2026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07881D5-E526-7A69-F161-83F509716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D7A6D40-7B5D-3A5D-42FA-007A7E3F2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7A79E0-9314-40D0-8E28-3D378CB777E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424865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2CC0B1-C680-5A20-AF3A-B42B185298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5B6AD274-1B6F-1EBD-474B-E4FF0D8720C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2647E64-E45B-4B41-B1A1-0386D01D25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2C4A9A7-D731-6A91-C38F-5589F2C0F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94311E-640B-4BA6-A935-767D124CD6E6}" type="datetimeFigureOut">
              <a:rPr lang="es-ES" smtClean="0"/>
              <a:t>13/01/2026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5699A09-6ED0-A738-3750-DB146D9FEC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EC02081-0B24-18E2-A604-5B7D3A24E2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7A79E0-9314-40D0-8E28-3D378CB777E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117747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D836CE-C8F2-911A-8218-BFAA62DEEA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1632D1A-2B2F-7C7A-443C-0EEC22F5E9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F71E962-2BE5-761B-9212-8F508ED3DD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94311E-640B-4BA6-A935-767D124CD6E6}" type="datetimeFigureOut">
              <a:rPr lang="es-ES" smtClean="0"/>
              <a:t>13/01/2026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BB8BCE5-9CCA-0251-F91C-AC3C4136D8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18C1F4F-01A8-B15A-5F04-54BC00B51E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7A79E0-9314-40D0-8E28-3D378CB777E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993089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1813FBF9-6547-089E-E912-2BCC7F93F0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E4570D7F-68B2-F46A-31F9-6FA24C9617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5644BC8-E606-F98B-995E-593422AB1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94311E-640B-4BA6-A935-767D124CD6E6}" type="datetimeFigureOut">
              <a:rPr lang="es-ES" smtClean="0"/>
              <a:t>13/01/2026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4F89BEF-E58E-C203-2DCD-B044D30FDF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D9C57AC-9D06-10F1-240B-9D33962192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7A79E0-9314-40D0-8E28-3D378CB777E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993421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E53039B3-487F-6059-D99C-B3FD75A59B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391AE5F-AC8F-A86D-5F98-5CE6B1AF7C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61698DC-CFB8-B110-E6D3-FEA0EC99662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94311E-640B-4BA6-A935-767D124CD6E6}" type="datetimeFigureOut">
              <a:rPr lang="es-ES" smtClean="0"/>
              <a:t>13/01/2026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85ECAF4-2E5E-5874-D614-59334A4259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DED9C9A-B924-03C7-ECCC-4E3E9645E0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7A79E0-9314-40D0-8E28-3D378CB777E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842067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BC1CCB1F-35BD-A96C-5F70-0852B2B1801F}"/>
              </a:ext>
            </a:extLst>
          </p:cNvPr>
          <p:cNvSpPr/>
          <p:nvPr/>
        </p:nvSpPr>
        <p:spPr>
          <a:xfrm>
            <a:off x="258616" y="785092"/>
            <a:ext cx="1228436" cy="65578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/>
              <a:t>Extracción datos de CDS por zona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955F96CD-8F72-ECC3-A329-519708D45F2B}"/>
              </a:ext>
            </a:extLst>
          </p:cNvPr>
          <p:cNvSpPr/>
          <p:nvPr/>
        </p:nvSpPr>
        <p:spPr>
          <a:xfrm>
            <a:off x="4622812" y="2139967"/>
            <a:ext cx="1228436" cy="655781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/>
              <a:t>Captura de imagen a analizar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2868DC71-487D-1075-9625-D1AB5C492BD4}"/>
              </a:ext>
            </a:extLst>
          </p:cNvPr>
          <p:cNvSpPr/>
          <p:nvPr/>
        </p:nvSpPr>
        <p:spPr>
          <a:xfrm>
            <a:off x="3168080" y="794329"/>
            <a:ext cx="1228436" cy="65578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/>
              <a:t>Extracción de potencial por zona</a:t>
            </a: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5A115919-C797-AE8D-9CC9-8E03A11AF853}"/>
              </a:ext>
            </a:extLst>
          </p:cNvPr>
          <p:cNvSpPr/>
          <p:nvPr/>
        </p:nvSpPr>
        <p:spPr>
          <a:xfrm>
            <a:off x="1713348" y="794328"/>
            <a:ext cx="1228436" cy="65578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/>
              <a:t>Limpieza y Procesamiento</a:t>
            </a: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89E51B4C-DA3F-5FB8-AEA4-15A69D1FCEC5}"/>
              </a:ext>
            </a:extLst>
          </p:cNvPr>
          <p:cNvSpPr/>
          <p:nvPr/>
        </p:nvSpPr>
        <p:spPr>
          <a:xfrm>
            <a:off x="4622812" y="794328"/>
            <a:ext cx="1228436" cy="65578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/>
              <a:t>Inserción en BBDD</a:t>
            </a: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531E0028-2C93-8C0F-48AF-44B1D172845E}"/>
              </a:ext>
            </a:extLst>
          </p:cNvPr>
          <p:cNvSpPr/>
          <p:nvPr/>
        </p:nvSpPr>
        <p:spPr>
          <a:xfrm>
            <a:off x="1713348" y="2142840"/>
            <a:ext cx="1228436" cy="655781"/>
          </a:xfrm>
          <a:prstGeom prst="rect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/>
              <a:t>Activación de API de búsqueda</a:t>
            </a:r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187405D9-22B0-C182-E567-294BBCFF0BC6}"/>
              </a:ext>
            </a:extLst>
          </p:cNvPr>
          <p:cNvSpPr/>
          <p:nvPr/>
        </p:nvSpPr>
        <p:spPr>
          <a:xfrm>
            <a:off x="3164616" y="2142840"/>
            <a:ext cx="1228436" cy="655781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/>
              <a:t>Selección de zona deseada en el mapa</a:t>
            </a:r>
          </a:p>
        </p:txBody>
      </p:sp>
      <p:cxnSp>
        <p:nvCxnSpPr>
          <p:cNvPr id="26" name="Conector recto 25">
            <a:extLst>
              <a:ext uri="{FF2B5EF4-FFF2-40B4-BE49-F238E27FC236}">
                <a16:creationId xmlns:a16="http://schemas.microsoft.com/office/drawing/2014/main" id="{D7AD573D-2BC6-120F-EB89-C8A576F1DBA9}"/>
              </a:ext>
            </a:extLst>
          </p:cNvPr>
          <p:cNvCxnSpPr/>
          <p:nvPr/>
        </p:nvCxnSpPr>
        <p:spPr>
          <a:xfrm>
            <a:off x="5957454" y="652660"/>
            <a:ext cx="0" cy="244800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7" name="Conector recto 26">
            <a:extLst>
              <a:ext uri="{FF2B5EF4-FFF2-40B4-BE49-F238E27FC236}">
                <a16:creationId xmlns:a16="http://schemas.microsoft.com/office/drawing/2014/main" id="{BB0168A2-EAF9-B547-F5C7-6DC3EE86E2CF}"/>
              </a:ext>
            </a:extLst>
          </p:cNvPr>
          <p:cNvCxnSpPr/>
          <p:nvPr/>
        </p:nvCxnSpPr>
        <p:spPr>
          <a:xfrm>
            <a:off x="5952836" y="703824"/>
            <a:ext cx="0" cy="244800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8" name="Conector recto 27">
            <a:extLst>
              <a:ext uri="{FF2B5EF4-FFF2-40B4-BE49-F238E27FC236}">
                <a16:creationId xmlns:a16="http://schemas.microsoft.com/office/drawing/2014/main" id="{B69C73AF-5A31-62FB-5FDD-C4A20CE5DA71}"/>
              </a:ext>
            </a:extLst>
          </p:cNvPr>
          <p:cNvCxnSpPr/>
          <p:nvPr/>
        </p:nvCxnSpPr>
        <p:spPr>
          <a:xfrm>
            <a:off x="5952836" y="652660"/>
            <a:ext cx="0" cy="244800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9" name="CuadroTexto 28">
            <a:extLst>
              <a:ext uri="{FF2B5EF4-FFF2-40B4-BE49-F238E27FC236}">
                <a16:creationId xmlns:a16="http://schemas.microsoft.com/office/drawing/2014/main" id="{E5244661-F4EB-9365-4E5A-394C2C81CE44}"/>
              </a:ext>
            </a:extLst>
          </p:cNvPr>
          <p:cNvSpPr txBox="1"/>
          <p:nvPr/>
        </p:nvSpPr>
        <p:spPr>
          <a:xfrm>
            <a:off x="5338621" y="391050"/>
            <a:ext cx="1228429" cy="276999"/>
          </a:xfrm>
          <a:prstGeom prst="rect">
            <a:avLst/>
          </a:prstGeom>
          <a:solidFill>
            <a:srgbClr val="ED7D3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ES" sz="1200" dirty="0">
                <a:solidFill>
                  <a:schemeClr val="bg1"/>
                </a:solidFill>
              </a:rPr>
              <a:t>Por desarrollar</a:t>
            </a:r>
          </a:p>
        </p:txBody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0CFDDAA7-928E-A09C-6D39-FA0E1DA74598}"/>
              </a:ext>
            </a:extLst>
          </p:cNvPr>
          <p:cNvSpPr/>
          <p:nvPr/>
        </p:nvSpPr>
        <p:spPr>
          <a:xfrm>
            <a:off x="6091382" y="1469128"/>
            <a:ext cx="1228436" cy="655781"/>
          </a:xfrm>
          <a:prstGeom prst="rect">
            <a:avLst/>
          </a:prstGeom>
          <a:solidFill>
            <a:srgbClr val="ED7D3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150" dirty="0"/>
              <a:t>Aplicación algoritmo de detección de tejados</a:t>
            </a:r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EF6C6B22-82D7-DF61-9248-FF09B3F7C5A4}"/>
              </a:ext>
            </a:extLst>
          </p:cNvPr>
          <p:cNvSpPr/>
          <p:nvPr/>
        </p:nvSpPr>
        <p:spPr>
          <a:xfrm>
            <a:off x="7462981" y="1469127"/>
            <a:ext cx="1228436" cy="655781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150" dirty="0"/>
              <a:t>Detección de tamaño y orientación de tejados</a:t>
            </a:r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06E287E9-4705-7800-65F9-F4A6B91C287D}"/>
              </a:ext>
            </a:extLst>
          </p:cNvPr>
          <p:cNvSpPr/>
          <p:nvPr/>
        </p:nvSpPr>
        <p:spPr>
          <a:xfrm>
            <a:off x="8840348" y="1476657"/>
            <a:ext cx="1228436" cy="655781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/>
              <a:t>Extracción de potencial de la zona de la BBDD</a:t>
            </a:r>
          </a:p>
        </p:txBody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73D52FDF-78D2-A066-1DDA-7851F7ECC738}"/>
              </a:ext>
            </a:extLst>
          </p:cNvPr>
          <p:cNvSpPr/>
          <p:nvPr/>
        </p:nvSpPr>
        <p:spPr>
          <a:xfrm>
            <a:off x="10211947" y="1476656"/>
            <a:ext cx="1228436" cy="655781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150" dirty="0"/>
              <a:t>Muestra y “pintado” de tejados por potencial</a:t>
            </a:r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2162B361-8158-0FE0-AB7F-EB8DEE3FB286}"/>
              </a:ext>
            </a:extLst>
          </p:cNvPr>
          <p:cNvSpPr/>
          <p:nvPr/>
        </p:nvSpPr>
        <p:spPr>
          <a:xfrm>
            <a:off x="2363358" y="442215"/>
            <a:ext cx="1484743" cy="26160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dirty="0"/>
              <a:t>Parte de datos</a:t>
            </a:r>
          </a:p>
        </p:txBody>
      </p:sp>
      <p:sp>
        <p:nvSpPr>
          <p:cNvPr id="35" name="Rectángulo 34">
            <a:extLst>
              <a:ext uri="{FF2B5EF4-FFF2-40B4-BE49-F238E27FC236}">
                <a16:creationId xmlns:a16="http://schemas.microsoft.com/office/drawing/2014/main" id="{5C55AA26-88DC-8703-274D-5B312B8D4F4A}"/>
              </a:ext>
            </a:extLst>
          </p:cNvPr>
          <p:cNvSpPr/>
          <p:nvPr/>
        </p:nvSpPr>
        <p:spPr>
          <a:xfrm>
            <a:off x="2363358" y="1797019"/>
            <a:ext cx="1484743" cy="261609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dirty="0"/>
              <a:t>Parte de imagen</a:t>
            </a:r>
          </a:p>
        </p:txBody>
      </p:sp>
      <p:sp>
        <p:nvSpPr>
          <p:cNvPr id="36" name="Rectángulo 35">
            <a:extLst>
              <a:ext uri="{FF2B5EF4-FFF2-40B4-BE49-F238E27FC236}">
                <a16:creationId xmlns:a16="http://schemas.microsoft.com/office/drawing/2014/main" id="{7E5848E3-C5B5-4A34-3708-13A8DC8521F8}"/>
              </a:ext>
            </a:extLst>
          </p:cNvPr>
          <p:cNvSpPr/>
          <p:nvPr/>
        </p:nvSpPr>
        <p:spPr>
          <a:xfrm>
            <a:off x="8018340" y="1122218"/>
            <a:ext cx="1484743" cy="261609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300" dirty="0"/>
              <a:t>Parte de algoritmo</a:t>
            </a:r>
          </a:p>
        </p:txBody>
      </p:sp>
      <p:cxnSp>
        <p:nvCxnSpPr>
          <p:cNvPr id="38" name="Conector recto de flecha 37">
            <a:extLst>
              <a:ext uri="{FF2B5EF4-FFF2-40B4-BE49-F238E27FC236}">
                <a16:creationId xmlns:a16="http://schemas.microsoft.com/office/drawing/2014/main" id="{1693E5A8-50BB-F0A7-4487-BD2C44334CF7}"/>
              </a:ext>
            </a:extLst>
          </p:cNvPr>
          <p:cNvCxnSpPr>
            <a:stCxn id="4" idx="3"/>
            <a:endCxn id="21" idx="1"/>
          </p:cNvCxnSpPr>
          <p:nvPr/>
        </p:nvCxnSpPr>
        <p:spPr>
          <a:xfrm>
            <a:off x="1487052" y="1112983"/>
            <a:ext cx="226296" cy="92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Conector recto de flecha 38">
            <a:extLst>
              <a:ext uri="{FF2B5EF4-FFF2-40B4-BE49-F238E27FC236}">
                <a16:creationId xmlns:a16="http://schemas.microsoft.com/office/drawing/2014/main" id="{E7A0E45B-0764-DC7C-076E-A21167F8EF1D}"/>
              </a:ext>
            </a:extLst>
          </p:cNvPr>
          <p:cNvCxnSpPr>
            <a:cxnSpLocks/>
            <a:stCxn id="21" idx="3"/>
            <a:endCxn id="20" idx="1"/>
          </p:cNvCxnSpPr>
          <p:nvPr/>
        </p:nvCxnSpPr>
        <p:spPr>
          <a:xfrm>
            <a:off x="2941784" y="1122219"/>
            <a:ext cx="226296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Conector recto de flecha 41">
            <a:extLst>
              <a:ext uri="{FF2B5EF4-FFF2-40B4-BE49-F238E27FC236}">
                <a16:creationId xmlns:a16="http://schemas.microsoft.com/office/drawing/2014/main" id="{EFD99E38-387B-A25D-AC90-F69E6FCB41DD}"/>
              </a:ext>
            </a:extLst>
          </p:cNvPr>
          <p:cNvCxnSpPr>
            <a:cxnSpLocks/>
            <a:stCxn id="20" idx="3"/>
            <a:endCxn id="22" idx="1"/>
          </p:cNvCxnSpPr>
          <p:nvPr/>
        </p:nvCxnSpPr>
        <p:spPr>
          <a:xfrm flipV="1">
            <a:off x="4396516" y="1122219"/>
            <a:ext cx="226296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Conector recto de flecha 49">
            <a:extLst>
              <a:ext uri="{FF2B5EF4-FFF2-40B4-BE49-F238E27FC236}">
                <a16:creationId xmlns:a16="http://schemas.microsoft.com/office/drawing/2014/main" id="{1B517598-87DC-CCF6-BED9-EE44B12FD1B2}"/>
              </a:ext>
            </a:extLst>
          </p:cNvPr>
          <p:cNvCxnSpPr>
            <a:cxnSpLocks/>
            <a:stCxn id="22" idx="3"/>
            <a:endCxn id="30" idx="1"/>
          </p:cNvCxnSpPr>
          <p:nvPr/>
        </p:nvCxnSpPr>
        <p:spPr>
          <a:xfrm>
            <a:off x="5851248" y="1122219"/>
            <a:ext cx="240134" cy="6748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" name="Conector recto de flecha 52">
            <a:extLst>
              <a:ext uri="{FF2B5EF4-FFF2-40B4-BE49-F238E27FC236}">
                <a16:creationId xmlns:a16="http://schemas.microsoft.com/office/drawing/2014/main" id="{70DD84FB-7E62-7DC6-AB38-627C167D86DA}"/>
              </a:ext>
            </a:extLst>
          </p:cNvPr>
          <p:cNvCxnSpPr>
            <a:cxnSpLocks/>
            <a:stCxn id="23" idx="3"/>
            <a:endCxn id="24" idx="1"/>
          </p:cNvCxnSpPr>
          <p:nvPr/>
        </p:nvCxnSpPr>
        <p:spPr>
          <a:xfrm>
            <a:off x="2941784" y="2470731"/>
            <a:ext cx="22283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6" name="Conector recto de flecha 55">
            <a:extLst>
              <a:ext uri="{FF2B5EF4-FFF2-40B4-BE49-F238E27FC236}">
                <a16:creationId xmlns:a16="http://schemas.microsoft.com/office/drawing/2014/main" id="{313B74DF-B6C1-F242-35DB-C3D03E3C1AFE}"/>
              </a:ext>
            </a:extLst>
          </p:cNvPr>
          <p:cNvCxnSpPr>
            <a:cxnSpLocks/>
            <a:stCxn id="24" idx="3"/>
            <a:endCxn id="19" idx="1"/>
          </p:cNvCxnSpPr>
          <p:nvPr/>
        </p:nvCxnSpPr>
        <p:spPr>
          <a:xfrm flipV="1">
            <a:off x="4393052" y="2467858"/>
            <a:ext cx="229760" cy="28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4" name="Conector recto de flecha 63">
            <a:extLst>
              <a:ext uri="{FF2B5EF4-FFF2-40B4-BE49-F238E27FC236}">
                <a16:creationId xmlns:a16="http://schemas.microsoft.com/office/drawing/2014/main" id="{CB6900D5-67E4-B0E9-C0FF-1E8EC9E3D533}"/>
              </a:ext>
            </a:extLst>
          </p:cNvPr>
          <p:cNvCxnSpPr>
            <a:cxnSpLocks/>
            <a:stCxn id="19" idx="3"/>
            <a:endCxn id="30" idx="1"/>
          </p:cNvCxnSpPr>
          <p:nvPr/>
        </p:nvCxnSpPr>
        <p:spPr>
          <a:xfrm flipV="1">
            <a:off x="5851248" y="1797019"/>
            <a:ext cx="240134" cy="6708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7" name="Conector recto de flecha 66">
            <a:extLst>
              <a:ext uri="{FF2B5EF4-FFF2-40B4-BE49-F238E27FC236}">
                <a16:creationId xmlns:a16="http://schemas.microsoft.com/office/drawing/2014/main" id="{25BB843E-A457-E99F-8FF8-5F3EB87692A7}"/>
              </a:ext>
            </a:extLst>
          </p:cNvPr>
          <p:cNvCxnSpPr>
            <a:cxnSpLocks/>
            <a:stCxn id="30" idx="3"/>
            <a:endCxn id="31" idx="1"/>
          </p:cNvCxnSpPr>
          <p:nvPr/>
        </p:nvCxnSpPr>
        <p:spPr>
          <a:xfrm flipV="1">
            <a:off x="7319818" y="1797018"/>
            <a:ext cx="143163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1" name="Conector recto de flecha 70">
            <a:extLst>
              <a:ext uri="{FF2B5EF4-FFF2-40B4-BE49-F238E27FC236}">
                <a16:creationId xmlns:a16="http://schemas.microsoft.com/office/drawing/2014/main" id="{B8365E5F-6572-3304-7E55-D94EB37277CC}"/>
              </a:ext>
            </a:extLst>
          </p:cNvPr>
          <p:cNvCxnSpPr>
            <a:cxnSpLocks/>
            <a:stCxn id="31" idx="3"/>
            <a:endCxn id="32" idx="1"/>
          </p:cNvCxnSpPr>
          <p:nvPr/>
        </p:nvCxnSpPr>
        <p:spPr>
          <a:xfrm>
            <a:off x="8691417" y="1797018"/>
            <a:ext cx="148931" cy="75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5" name="Conector recto de flecha 74">
            <a:extLst>
              <a:ext uri="{FF2B5EF4-FFF2-40B4-BE49-F238E27FC236}">
                <a16:creationId xmlns:a16="http://schemas.microsoft.com/office/drawing/2014/main" id="{D0CDC97F-0485-F698-B6E1-896122EC5D3D}"/>
              </a:ext>
            </a:extLst>
          </p:cNvPr>
          <p:cNvCxnSpPr>
            <a:cxnSpLocks/>
            <a:stCxn id="32" idx="3"/>
            <a:endCxn id="33" idx="1"/>
          </p:cNvCxnSpPr>
          <p:nvPr/>
        </p:nvCxnSpPr>
        <p:spPr>
          <a:xfrm flipV="1">
            <a:off x="10068784" y="1804547"/>
            <a:ext cx="143163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2332080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76</Words>
  <Application>Microsoft Office PowerPoint</Application>
  <PresentationFormat>Panorámica</PresentationFormat>
  <Paragraphs>15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Sergio Gama García</dc:creator>
  <cp:lastModifiedBy>Sergio Gama García</cp:lastModifiedBy>
  <cp:revision>1</cp:revision>
  <dcterms:created xsi:type="dcterms:W3CDTF">2026-01-13T10:12:12Z</dcterms:created>
  <dcterms:modified xsi:type="dcterms:W3CDTF">2026-01-13T10:13:09Z</dcterms:modified>
</cp:coreProperties>
</file>